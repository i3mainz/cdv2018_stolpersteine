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7195-35AD-4857-9937-29AC423F14A3}" type="datetimeFigureOut">
              <a:rPr lang="de-DE" smtClean="0"/>
              <a:t>25.10.2018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76E91-856B-4F7C-860D-8A7E2C15F4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921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7195-35AD-4857-9937-29AC423F14A3}" type="datetimeFigureOut">
              <a:rPr lang="de-DE" smtClean="0"/>
              <a:t>25.10.2018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76E91-856B-4F7C-860D-8A7E2C15F4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0129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7195-35AD-4857-9937-29AC423F14A3}" type="datetimeFigureOut">
              <a:rPr lang="de-DE" smtClean="0"/>
              <a:t>25.10.2018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76E91-856B-4F7C-860D-8A7E2C15F4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9363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7195-35AD-4857-9937-29AC423F14A3}" type="datetimeFigureOut">
              <a:rPr lang="de-DE" smtClean="0"/>
              <a:t>25.10.2018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76E91-856B-4F7C-860D-8A7E2C15F4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3077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7195-35AD-4857-9937-29AC423F14A3}" type="datetimeFigureOut">
              <a:rPr lang="de-DE" smtClean="0"/>
              <a:t>25.10.2018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76E91-856B-4F7C-860D-8A7E2C15F4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8951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7195-35AD-4857-9937-29AC423F14A3}" type="datetimeFigureOut">
              <a:rPr lang="de-DE" smtClean="0"/>
              <a:t>25.10.2018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76E91-856B-4F7C-860D-8A7E2C15F4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2309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7195-35AD-4857-9937-29AC423F14A3}" type="datetimeFigureOut">
              <a:rPr lang="de-DE" smtClean="0"/>
              <a:t>25.10.2018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76E91-856B-4F7C-860D-8A7E2C15F4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4136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7195-35AD-4857-9937-29AC423F14A3}" type="datetimeFigureOut">
              <a:rPr lang="de-DE" smtClean="0"/>
              <a:t>25.10.2018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76E91-856B-4F7C-860D-8A7E2C15F4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664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7195-35AD-4857-9937-29AC423F14A3}" type="datetimeFigureOut">
              <a:rPr lang="de-DE" smtClean="0"/>
              <a:t>25.10.2018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76E91-856B-4F7C-860D-8A7E2C15F4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5153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7195-35AD-4857-9937-29AC423F14A3}" type="datetimeFigureOut">
              <a:rPr lang="de-DE" smtClean="0"/>
              <a:t>25.10.2018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76E91-856B-4F7C-860D-8A7E2C15F4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5342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7195-35AD-4857-9937-29AC423F14A3}" type="datetimeFigureOut">
              <a:rPr lang="de-DE" smtClean="0"/>
              <a:t>25.10.2018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76E91-856B-4F7C-860D-8A7E2C15F4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874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D7195-35AD-4857-9937-29AC423F14A3}" type="datetimeFigureOut">
              <a:rPr lang="de-DE" smtClean="0"/>
              <a:t>25.10.2018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76E91-856B-4F7C-860D-8A7E2C15F4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1904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tiff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57251" y="465655"/>
            <a:ext cx="9144000" cy="831128"/>
          </a:xfrm>
        </p:spPr>
        <p:txBody>
          <a:bodyPr>
            <a:normAutofit/>
          </a:bodyPr>
          <a:lstStyle/>
          <a:p>
            <a:r>
              <a:rPr lang="de-DE" sz="4000" dirty="0" smtClean="0">
                <a:latin typeface="SimpleStd-Bold" panose="02000509020000020004" pitchFamily="49" charset="0"/>
              </a:rPr>
              <a:t>Mainzer Stolpersteine</a:t>
            </a:r>
            <a:endParaRPr lang="de-DE" sz="4000" dirty="0">
              <a:latin typeface="SimpleStd-Bold" panose="02000509020000020004" pitchFamily="49" charset="0"/>
            </a:endParaRP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05" y="1691620"/>
            <a:ext cx="5700453" cy="1295225"/>
          </a:xfrm>
          <a:prstGeom prst="rect">
            <a:avLst/>
          </a:prstGeom>
        </p:spPr>
      </p:pic>
      <p:sp>
        <p:nvSpPr>
          <p:cNvPr id="3" name="Rechteck 2"/>
          <p:cNvSpPr/>
          <p:nvPr/>
        </p:nvSpPr>
        <p:spPr>
          <a:xfrm>
            <a:off x="5648399" y="2863735"/>
            <a:ext cx="111512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900" dirty="0" smtClean="0"/>
              <a:t>Grafik: CC0 </a:t>
            </a:r>
            <a:r>
              <a:rPr lang="de-DE" sz="900" dirty="0"/>
              <a:t>1.0</a:t>
            </a:r>
          </a:p>
        </p:txBody>
      </p:sp>
      <p:sp>
        <p:nvSpPr>
          <p:cNvPr id="6" name="Untertitel 2"/>
          <p:cNvSpPr txBox="1">
            <a:spLocks/>
          </p:cNvSpPr>
          <p:nvPr/>
        </p:nvSpPr>
        <p:spPr>
          <a:xfrm>
            <a:off x="8232373" y="1837114"/>
            <a:ext cx="3116480" cy="1487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800" dirty="0" smtClean="0">
                <a:latin typeface="SimpleStd-Bold" panose="02000509020000020004" pitchFamily="49" charset="0"/>
              </a:rPr>
              <a:t>Eugen Salomon</a:t>
            </a:r>
            <a:endParaRPr lang="de-DE" sz="1800" dirty="0" smtClean="0">
              <a:latin typeface="SimpleStd-Bold" panose="02000509020000020004" pitchFamily="49" charset="0"/>
            </a:endParaRPr>
          </a:p>
          <a:p>
            <a:pPr algn="l"/>
            <a:r>
              <a:rPr lang="de-DE" sz="1500" dirty="0" smtClean="0">
                <a:latin typeface="Whitman" panose="02000503060000020004" pitchFamily="2" charset="0"/>
              </a:rPr>
              <a:t>Urkunden und Fotos der Familie von Eugen Salomon, einem der Gründer von Mainz 05 aus dem Nachlass von Serge Salomon.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561" y="3326681"/>
            <a:ext cx="1730706" cy="1298028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5107" y="3305567"/>
            <a:ext cx="1451619" cy="1935492"/>
          </a:xfrm>
          <a:prstGeom prst="rect">
            <a:avLst/>
          </a:prstGeom>
        </p:spPr>
      </p:pic>
      <p:sp>
        <p:nvSpPr>
          <p:cNvPr id="9" name="Textfeld 8"/>
          <p:cNvSpPr txBox="1"/>
          <p:nvPr/>
        </p:nvSpPr>
        <p:spPr>
          <a:xfrm>
            <a:off x="8275248" y="4663101"/>
            <a:ext cx="1825916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Whitman" panose="02000503060000020004" pitchFamily="2" charset="0"/>
              </a:rPr>
              <a:t>Serge Salomon, </a:t>
            </a:r>
            <a:r>
              <a:rPr lang="de-DE" sz="1100" dirty="0" smtClean="0">
                <a:latin typeface="Whitman" panose="02000503060000020004" pitchFamily="2" charset="0"/>
              </a:rPr>
              <a:t>Enkel </a:t>
            </a:r>
            <a:r>
              <a:rPr lang="de-DE" sz="1100" dirty="0">
                <a:latin typeface="Whitman" panose="02000503060000020004" pitchFamily="2" charset="0"/>
              </a:rPr>
              <a:t>von Eugen </a:t>
            </a:r>
            <a:r>
              <a:rPr lang="de-DE" sz="1100" dirty="0" smtClean="0">
                <a:latin typeface="Whitman" panose="02000503060000020004" pitchFamily="2" charset="0"/>
              </a:rPr>
              <a:t>Salomon mit Foto seiner Großeltern.</a:t>
            </a:r>
          </a:p>
          <a:p>
            <a:r>
              <a:rPr lang="de-DE" sz="1100" dirty="0">
                <a:latin typeface="Whitman" panose="02000503060000020004" pitchFamily="2" charset="0"/>
              </a:rPr>
              <a:t>CC BY-SA 4.0, Hedwig </a:t>
            </a:r>
            <a:r>
              <a:rPr lang="de-DE" sz="1100" dirty="0" err="1">
                <a:latin typeface="Whitman" panose="02000503060000020004" pitchFamily="2" charset="0"/>
              </a:rPr>
              <a:t>Brüchert</a:t>
            </a:r>
            <a:endParaRPr lang="de-DE" sz="1100" dirty="0">
              <a:latin typeface="Whitman" panose="02000503060000020004" pitchFamily="2" charset="0"/>
            </a:endParaRPr>
          </a:p>
          <a:p>
            <a:endParaRPr lang="de-DE" sz="1200" dirty="0">
              <a:latin typeface="Whitman" panose="02000503060000020004" pitchFamily="2" charset="0"/>
            </a:endParaRPr>
          </a:p>
        </p:txBody>
      </p:sp>
      <p:sp>
        <p:nvSpPr>
          <p:cNvPr id="4" name="Rechteck 3"/>
          <p:cNvSpPr/>
          <p:nvPr/>
        </p:nvSpPr>
        <p:spPr>
          <a:xfrm>
            <a:off x="358798" y="4318748"/>
            <a:ext cx="212213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500" dirty="0" smtClean="0">
                <a:latin typeface="SimpleStd-Bold" panose="02000509020000020004" pitchFamily="49" charset="0"/>
              </a:rPr>
              <a:t>Lebensläufe &amp; Fotos</a:t>
            </a:r>
          </a:p>
          <a:p>
            <a:endParaRPr lang="de-DE" sz="1500" dirty="0" smtClean="0">
              <a:latin typeface="Whitman" panose="02000503060000020004" pitchFamily="2" charset="0"/>
            </a:endParaRPr>
          </a:p>
          <a:p>
            <a:r>
              <a:rPr lang="de-DE" sz="1500" dirty="0" smtClean="0">
                <a:latin typeface="Whitman" panose="02000503060000020004" pitchFamily="2" charset="0"/>
              </a:rPr>
              <a:t>40 </a:t>
            </a:r>
            <a:r>
              <a:rPr lang="de-DE" sz="1500" dirty="0">
                <a:latin typeface="Whitman" panose="02000503060000020004" pitchFamily="2" charset="0"/>
              </a:rPr>
              <a:t>Lebensläufe </a:t>
            </a:r>
            <a:endParaRPr lang="de-DE" sz="1500" dirty="0" smtClean="0">
              <a:latin typeface="Whitman" panose="02000503060000020004" pitchFamily="2" charset="0"/>
            </a:endParaRPr>
          </a:p>
          <a:p>
            <a:r>
              <a:rPr lang="de-DE" sz="1500" dirty="0" smtClean="0">
                <a:latin typeface="Whitman" panose="02000503060000020004" pitchFamily="2" charset="0"/>
              </a:rPr>
              <a:t>Erinnerungen</a:t>
            </a:r>
          </a:p>
          <a:p>
            <a:r>
              <a:rPr lang="de-DE" sz="1500" dirty="0" smtClean="0">
                <a:latin typeface="Whitman" panose="02000503060000020004" pitchFamily="2" charset="0"/>
              </a:rPr>
              <a:t>Fotos von Ermordeten, Menschen </a:t>
            </a:r>
            <a:r>
              <a:rPr lang="de-DE" sz="1500" dirty="0">
                <a:latin typeface="Whitman" panose="02000503060000020004" pitchFamily="2" charset="0"/>
              </a:rPr>
              <a:t>oder </a:t>
            </a:r>
            <a:r>
              <a:rPr lang="de-DE" sz="1500" dirty="0" smtClean="0">
                <a:latin typeface="Whitman" panose="02000503060000020004" pitchFamily="2" charset="0"/>
              </a:rPr>
              <a:t>Orten</a:t>
            </a:r>
            <a:endParaRPr lang="de-DE" sz="1500" dirty="0">
              <a:latin typeface="Whitman" panose="02000503060000020004" pitchFamily="2" charset="0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097" y="3786734"/>
            <a:ext cx="1209989" cy="1640208"/>
          </a:xfrm>
          <a:prstGeom prst="rect">
            <a:avLst/>
          </a:prstGeom>
        </p:spPr>
      </p:pic>
      <p:sp>
        <p:nvSpPr>
          <p:cNvPr id="11" name="Textfeld 10"/>
          <p:cNvSpPr txBox="1"/>
          <p:nvPr/>
        </p:nvSpPr>
        <p:spPr>
          <a:xfrm>
            <a:off x="6088888" y="4160806"/>
            <a:ext cx="9935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smtClean="0">
                <a:latin typeface="Whitman" panose="02000503060000020004" pitchFamily="2" charset="0"/>
              </a:rPr>
              <a:t>Berta Erlanger</a:t>
            </a:r>
          </a:p>
          <a:p>
            <a:r>
              <a:rPr lang="de-DE" sz="1100" dirty="0" smtClean="0">
                <a:latin typeface="Whitman" panose="02000503060000020004" pitchFamily="2" charset="0"/>
              </a:rPr>
              <a:t>Bild: CC0 </a:t>
            </a:r>
            <a:r>
              <a:rPr lang="de-DE" sz="1100" dirty="0">
                <a:latin typeface="Whitman" panose="02000503060000020004" pitchFamily="2" charset="0"/>
              </a:rPr>
              <a:t>1.0 Universell</a:t>
            </a:r>
          </a:p>
          <a:p>
            <a:endParaRPr lang="de-DE" sz="1100" dirty="0">
              <a:latin typeface="Whitman" panose="02000503060000020004" pitchFamily="2" charset="0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114" y="3786734"/>
            <a:ext cx="1645909" cy="2306495"/>
          </a:xfrm>
          <a:prstGeom prst="rect">
            <a:avLst/>
          </a:prstGeom>
        </p:spPr>
      </p:pic>
      <p:sp>
        <p:nvSpPr>
          <p:cNvPr id="13" name="Textfeld 12"/>
          <p:cNvSpPr txBox="1"/>
          <p:nvPr/>
        </p:nvSpPr>
        <p:spPr>
          <a:xfrm>
            <a:off x="2860136" y="6158052"/>
            <a:ext cx="167314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smtClean="0">
                <a:latin typeface="Whitman" panose="02000503060000020004" pitchFamily="2" charset="0"/>
              </a:rPr>
              <a:t>Möbelhaus Epstein</a:t>
            </a:r>
          </a:p>
          <a:p>
            <a:r>
              <a:rPr lang="de-DE" sz="1100" dirty="0" smtClean="0">
                <a:latin typeface="Whitman" panose="02000503060000020004" pitchFamily="2" charset="0"/>
              </a:rPr>
              <a:t>Bild: CC0 </a:t>
            </a:r>
            <a:r>
              <a:rPr lang="de-DE" sz="1100" dirty="0">
                <a:latin typeface="Whitman" panose="02000503060000020004" pitchFamily="2" charset="0"/>
              </a:rPr>
              <a:t>1.0 Universell</a:t>
            </a:r>
          </a:p>
          <a:p>
            <a:endParaRPr lang="de-DE" sz="1200" dirty="0">
              <a:latin typeface="Whitman" panose="02000503060000020004" pitchFamily="2" charset="0"/>
            </a:endParaRPr>
          </a:p>
        </p:txBody>
      </p:sp>
      <p:pic>
        <p:nvPicPr>
          <p:cNvPr id="14" name="Grafik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608" y="5565338"/>
            <a:ext cx="1215243" cy="977407"/>
          </a:xfrm>
          <a:prstGeom prst="rect">
            <a:avLst/>
          </a:prstGeom>
        </p:spPr>
      </p:pic>
      <p:sp>
        <p:nvSpPr>
          <p:cNvPr id="15" name="Textfeld 14"/>
          <p:cNvSpPr txBox="1"/>
          <p:nvPr/>
        </p:nvSpPr>
        <p:spPr>
          <a:xfrm>
            <a:off x="6115131" y="5480943"/>
            <a:ext cx="108925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Whitman" panose="02000503060000020004" pitchFamily="2" charset="0"/>
              </a:rPr>
              <a:t>Lehrerkollegium der Jüdischen Bezirksschule </a:t>
            </a:r>
            <a:r>
              <a:rPr lang="de-DE" sz="1100" dirty="0" smtClean="0">
                <a:latin typeface="Whitman" panose="02000503060000020004" pitchFamily="2" charset="0"/>
              </a:rPr>
              <a:t>Mainz</a:t>
            </a:r>
          </a:p>
          <a:p>
            <a:r>
              <a:rPr lang="de-DE" sz="1100" dirty="0" smtClean="0">
                <a:latin typeface="Whitman" panose="02000503060000020004" pitchFamily="2" charset="0"/>
              </a:rPr>
              <a:t>Bild: CC0 </a:t>
            </a:r>
            <a:r>
              <a:rPr lang="de-DE" sz="1100" dirty="0">
                <a:latin typeface="Whitman" panose="02000503060000020004" pitchFamily="2" charset="0"/>
              </a:rPr>
              <a:t>1.0 Universell</a:t>
            </a:r>
          </a:p>
          <a:p>
            <a:endParaRPr lang="de-DE" sz="1200" dirty="0">
              <a:latin typeface="Whitman" panose="02000503060000020004" pitchFamily="2" charset="0"/>
            </a:endParaRPr>
          </a:p>
        </p:txBody>
      </p:sp>
      <p:pic>
        <p:nvPicPr>
          <p:cNvPr id="16" name="Grafik 1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0076" y="5671661"/>
            <a:ext cx="505031" cy="505031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3545" y="363466"/>
            <a:ext cx="1190615" cy="324713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71" y="173454"/>
            <a:ext cx="514725" cy="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040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Microsoft Office PowerPoint</Application>
  <PresentationFormat>Breitbild</PresentationFormat>
  <Paragraphs>17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SimpleStd-Bold</vt:lpstr>
      <vt:lpstr>Whitman</vt:lpstr>
      <vt:lpstr>Office</vt:lpstr>
      <vt:lpstr>Mainzer Stolpersteine</vt:lpstr>
    </vt:vector>
  </TitlesOfParts>
  <Company>i3mainz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Beteiligte Institutionen</dc:title>
  <dc:creator>Nicole Bruhn</dc:creator>
  <cp:lastModifiedBy>Nicole Bruhn</cp:lastModifiedBy>
  <cp:revision>31</cp:revision>
  <dcterms:created xsi:type="dcterms:W3CDTF">2018-10-16T13:50:37Z</dcterms:created>
  <dcterms:modified xsi:type="dcterms:W3CDTF">2018-10-25T11:12:48Z</dcterms:modified>
</cp:coreProperties>
</file>